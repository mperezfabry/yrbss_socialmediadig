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78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7B-BB0E-50E8-AC48-16B59445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0380E-C0B1-E861-4448-DF0EA031C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7C61C-34A5-BEBC-FAE4-3F11F2C1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9B273-037F-5976-E9A6-E78F794D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DDBA2-CA26-E103-59ED-F3F13E06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5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4B2F-1FA3-9A61-DAE9-265B8DE4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7EC6D-DA6B-6D13-07D8-1511B38C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AFB2D-E93A-1E6F-E428-A04E00A1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BDFC6-CFF0-3B1A-AAE4-6FBE2D38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5D1D-85D6-323E-504C-CB16224E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5478-B2A5-3064-2EB2-ABCAEDAE1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0BE27-1AAE-5FC2-B2D9-99187A53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01F40-D286-A88D-96B9-CD0351DB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E451D-7D56-1093-60CA-0EDEC50E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665D-5266-8375-9F36-AADEB190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39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F167-D1B4-B6E2-9116-5FD9AD8D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EF914-3DAC-ADFF-3F86-BCB985700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7E0EE-1634-E1CB-13BE-33D762B30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D0A3D-2DFD-B672-C36B-1DA5E7C4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1B96C-2DB7-9F75-F3A9-B81D977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F9231-D21A-4B61-0DA3-A9590836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4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93EB-223D-8EE9-7B51-B26F69D3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31EF9-AA37-C4D3-AD29-D485C099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E0255-10E3-79F0-CD93-A53149F65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02E4A4-4EE2-89FD-4981-E2EB4FDD3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FA1A0-CADA-833B-8CAC-79E67E885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CF5020-66D9-858D-FBBA-DA452736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35122B-3582-2F81-6BAC-1C8A41C7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B6555-1772-FC5F-38BD-E622135C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5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6277-7F51-CEFA-AA88-1208BB69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A2158-5B54-B9D4-9E8B-1F21AC8A6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5EE02-3F2D-6A59-E815-4BCE916E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A577B-C201-1F1C-52CE-A9A147C6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6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8CD608-E16C-0BB7-C9F3-FB8A774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A0080-ADBA-D01C-FF41-C112F3F1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80F64-93FD-694C-958A-7ACD4D8E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2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20DE-77BA-5C5A-374A-1DF44085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F7868-D94E-7E0D-5AD4-E99F2DE8D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0B71F-34EB-06B6-E822-6CFE99627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0760-A084-D4B1-17E7-2B808EB4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DFA7D-1877-09EC-8EDA-690722D2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FBE8B-567E-4421-C4C2-82556F7F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6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FC6D-2BCA-7A88-ECAA-53BBCBD5B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7D2FB-49F6-28EA-3809-8133CD1B9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C0860-330D-EC50-1603-44EC046FA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2E7D8-F6E2-9739-5C2B-283C4AF9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83B0B-FE35-86C0-E00D-7E1837BB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1ED0B-26DD-F8B6-9964-EF5296351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5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451B-E184-9BE0-BD8A-588A0CF8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C7C41-28B4-8705-9985-641DD25B3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15860-D01E-D22D-3DD8-AF6B51D80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CF0AF-000F-F9AE-75BE-4DC4EDE5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AD81C-75BF-CA1D-7944-3A19440E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1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CF85E-904C-9163-D7D2-E6FB1C81A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A6935-2A98-5908-577E-F9608824F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07FE9-D800-1EA2-EF9E-9F7CF656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341AC-BB42-7115-D1B2-89FA56A1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FA8BE-EF6D-0A05-9E04-C9B83417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8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8F61E-8414-FF2C-FAED-0E27D74A1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40B73-69CC-2221-84CA-0CB849750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862B4-8B84-87A5-9346-E4E1DF0466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5DFD5-676A-4699-B950-D75490DCF1B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128BF-00BB-0ABE-C347-2A7C1722D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CB4E0-49C9-E786-24CF-F505FF594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36CEF-0C20-47D4-9AEF-0BB531B4E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5FDA-FDA1-2BC8-4C65-066382D2D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Youth Risk Behavior Survey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3012E-9E41-1E93-800B-82983C65FF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Does increased or inappropriate use of Social Media influence the behavior of teens?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Harold, Brian, Seth, Michael</a:t>
            </a:r>
          </a:p>
        </p:txBody>
      </p:sp>
    </p:spTree>
    <p:extLst>
      <p:ext uri="{BB962C8B-B14F-4D97-AF65-F5344CB8AC3E}">
        <p14:creationId xmlns:p14="http://schemas.microsoft.com/office/powerpoint/2010/main" val="225818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7960-3944-EB28-589C-3B980CA8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main findings in existing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4DFB5-86B4-E4EB-22B0-600E64DE1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4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CA72-BCB3-2C21-2051-F5F8253E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E00D-5281-F490-6C1F-A22799CB3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0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B6B2-E799-7FC2-1C08-4A892BCE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CDC Sampling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3E56E-DC09-6AAC-6F47-47138565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Survey sampling and bias</a:t>
            </a:r>
          </a:p>
          <a:p>
            <a:r>
              <a:rPr lang="en-US" dirty="0"/>
              <a:t>Survey weighting</a:t>
            </a:r>
          </a:p>
          <a:p>
            <a:r>
              <a:rPr lang="en-US" dirty="0"/>
              <a:t>Volunteer/non-response bias</a:t>
            </a:r>
          </a:p>
          <a:p>
            <a:r>
              <a:rPr lang="en-US" dirty="0"/>
              <a:t>Avoiding confounding variables by design</a:t>
            </a:r>
          </a:p>
        </p:txBody>
      </p:sp>
    </p:spTree>
    <p:extLst>
      <p:ext uri="{BB962C8B-B14F-4D97-AF65-F5344CB8AC3E}">
        <p14:creationId xmlns:p14="http://schemas.microsoft.com/office/powerpoint/2010/main" val="211952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3039-4464-4BE4-F689-60CB06E7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9FD42-4A3D-8C8F-1D0B-07C4D2EBD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72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AECC-0D91-6402-418A-326149CB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4D4FB-0204-0A65-DA9A-5DD3C4393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Explanation of typical variable setup</a:t>
            </a:r>
          </a:p>
          <a:p>
            <a:r>
              <a:rPr lang="en-US" dirty="0"/>
              <a:t>Using variables as false </a:t>
            </a:r>
            <a:r>
              <a:rPr lang="en-US" dirty="0" err="1"/>
              <a:t>numerics</a:t>
            </a:r>
            <a:endParaRPr lang="en-US" dirty="0"/>
          </a:p>
          <a:p>
            <a:r>
              <a:rPr lang="en-US" dirty="0"/>
              <a:t>Q80</a:t>
            </a:r>
          </a:p>
          <a:p>
            <a:r>
              <a:rPr lang="en-US" dirty="0"/>
              <a:t>Regression loop</a:t>
            </a:r>
          </a:p>
          <a:p>
            <a:r>
              <a:rPr lang="en-US" dirty="0"/>
              <a:t>Proportional bars, mean line graphs (Probably link to a long html to scroll through)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8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4FB5-F7B4-537B-5E40-AD5248C3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2563E9D-EAA2-48FB-F178-2E80E404B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2" y="2858837"/>
            <a:ext cx="6026069" cy="386981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42EA24-4ED9-67C5-02F8-2F918CF6D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1" y="2178146"/>
            <a:ext cx="2120900" cy="531827"/>
          </a:xfrm>
          <a:prstGeom prst="rect">
            <a:avLst/>
          </a:prstGeom>
        </p:spPr>
      </p:pic>
      <p:pic>
        <p:nvPicPr>
          <p:cNvPr id="9" name="Picture 8" descr="A group of blue squares with black text&#10;&#10;AI-generated content may be incorrect.">
            <a:extLst>
              <a:ext uri="{FF2B5EF4-FFF2-40B4-BE49-F238E27FC236}">
                <a16:creationId xmlns:a16="http://schemas.microsoft.com/office/drawing/2014/main" id="{A11A73B4-8C86-E5E1-8450-A7ED3EE417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615" y="2801815"/>
            <a:ext cx="6189393" cy="3983855"/>
          </a:xfrm>
          <a:prstGeom prst="rect">
            <a:avLst/>
          </a:prstGeom>
        </p:spPr>
      </p:pic>
      <p:pic>
        <p:nvPicPr>
          <p:cNvPr id="11" name="Picture 10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2861F81F-6350-3745-91DA-26007EBA4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2160091"/>
            <a:ext cx="2444748" cy="54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3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CC51-D102-A94F-E391-11EFC64A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FA16-D865-B58A-A0F3-9FB55D878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Highlight important correlations, use CIs and the language of hypothesis test – explicitly</a:t>
            </a:r>
          </a:p>
          <a:p>
            <a:r>
              <a:rPr lang="en-US" dirty="0"/>
              <a:t>Incorporate confounders (age)</a:t>
            </a:r>
          </a:p>
        </p:txBody>
      </p:sp>
    </p:spTree>
    <p:extLst>
      <p:ext uri="{BB962C8B-B14F-4D97-AF65-F5344CB8AC3E}">
        <p14:creationId xmlns:p14="http://schemas.microsoft.com/office/powerpoint/2010/main" val="636238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AD59-3E71-7EDB-2503-F793D361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0D2B1-CAA5-F8BA-5DC0-D151CE463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7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98A7-6367-9F1D-1C74-91C7719E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B5094-32FF-DE98-5074-25CCD34B3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3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9499-DC8B-ACFE-F6EB-951099CF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 main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371D-FD41-4DAF-7F6D-5CB48ECF1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63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107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Youth Risk Behavior Survey Analysis</vt:lpstr>
      <vt:lpstr>Summary of main findings in existing literature</vt:lpstr>
      <vt:lpstr>PowerPoint Presentation</vt:lpstr>
      <vt:lpstr>CDC Sampling Methods</vt:lpstr>
      <vt:lpstr>PowerPoint Presentation</vt:lpstr>
      <vt:lpstr>Exploratory Analysis</vt:lpstr>
      <vt:lpstr>PowerPoint Presentation</vt:lpstr>
      <vt:lpstr>Actual Inference</vt:lpstr>
      <vt:lpstr>PowerPoint Presentation</vt:lpstr>
      <vt:lpstr>PowerPoint Presentation</vt:lpstr>
      <vt:lpstr>Summarize main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Perez</dc:creator>
  <cp:lastModifiedBy>Michael Perez</cp:lastModifiedBy>
  <cp:revision>1</cp:revision>
  <dcterms:created xsi:type="dcterms:W3CDTF">2025-12-05T11:29:30Z</dcterms:created>
  <dcterms:modified xsi:type="dcterms:W3CDTF">2025-12-05T13:01:11Z</dcterms:modified>
</cp:coreProperties>
</file>